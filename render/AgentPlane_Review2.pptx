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27"/>
    <p:sldId id="277" r:id="rId28"/>
    <p:sldId id="278" r:id="rId29"/>
    <p:sldId id="279" r:id="rId30"/>
    <p:sldId id="263" r:id="rId9"/>
    <p:sldId id="280" r:id="rId31"/>
    <p:sldId id="281" r:id="rId32"/>
    <p:sldId id="264" r:id="rId10"/>
    <p:sldId id="265" r:id="rId11"/>
    <p:sldId id="282" r:id="rId33"/>
    <p:sldId id="283" r:id="rId34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observability</c:v>
                  </c:pt>
                  <c:pt idx="1">
                    <c:v>handlers</c:v>
                  </c:pt>
                  <c:pt idx="2">
                    <c:v>guardrail:fn</c:v>
                  </c:pt>
                  <c:pt idx="3">
                    <c:v>guardrail</c:v>
                  </c:pt>
                  <c:pt idx="4">
                    <c:v>auth</c:v>
                  </c:pt>
                  <c:pt idx="5">
                    <c:v>dashboard</c:v>
                  </c:pt>
                  <c:pt idx="6">
                    <c:v>policy:rbac</c:v>
                  </c:pt>
                  <c:pt idx="7">
                    <c:v>api</c:v>
                  </c:pt>
                  <c:pt idx="8">
                    <c:v>proxy</c:v>
                  </c:pt>
                  <c:pt idx="9">
                    <c:v>policy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1219</c:v>
                </c:pt>
                <c:pt idx="1">
                  <c:v>1118</c:v>
                </c:pt>
                <c:pt idx="2">
                  <c:v>1085</c:v>
                </c:pt>
                <c:pt idx="3">
                  <c:v>1002</c:v>
                </c:pt>
                <c:pt idx="4">
                  <c:v>952</c:v>
                </c:pt>
                <c:pt idx="5">
                  <c:v>918</c:v>
                </c:pt>
                <c:pt idx="6">
                  <c:v>710</c:v>
                </c:pt>
                <c:pt idx="7">
                  <c:v>631</c:v>
                </c:pt>
                <c:pt idx="8">
                  <c:v>514</c:v>
                </c:pt>
                <c:pt idx="9">
                  <c:v>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2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65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 ·  IDENTITY-BASED 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33172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AgentPlane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observable AI gateway and control plane between applications and every LLM provider — now with deny-by-default RBAC.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29768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 ·   16 September 2026   ·   Guide: Dr. Kanchana Devi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 Ahamed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257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23BCE1353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Tharun S D 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5257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23BCE5075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Janavee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5257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23BCE5064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·  School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4533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direct-to-provider LLM access breaks down at team scale.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22576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29514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569464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AgentPlane is and the pipeline it puts in front of every request.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72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04495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Lifecycle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319272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design and the exact path a request takes.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22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RBAC, secrets, guardrails, observability, and the console.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572000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572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54456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481888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 and the reasoning behind key design decisions.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321808"/>
            <a:ext cx="53035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321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29437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Comparison &amp; Roadmap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34440" y="5568696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evidence, code scale, scoreboards, panel Q&amp;A, and what's next.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direct-to-provider LLM access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holding its own provider key creates risk that compounds with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98424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sprawl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24048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holds its own provider key — nobody can answer “which key is this, and who used it?”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98424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0056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35424" y="24048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holding a key can call any model, with no way to grant one team gpt-4o and another cheap models only.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65592" y="178308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8424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51392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in the request path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24048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show only an API-key hash, not a person — usage can't be attributed or audited.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39502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risk is unmeasured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4088" y="43708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can leak PII, credentials, or secrets, and nothing inspects requests or responses.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4256" y="374904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39502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0056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lock-in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35424" y="43708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models means changing application code in every service that calls the provider.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65592" y="3749040"/>
            <a:ext cx="3611880" cy="17373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9502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51392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key rotation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6760" y="437083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 compromised key means a manual sweep across repositories, CI, and laptops.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AgentPlane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HTTP entry point in front of LLM providers.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call AgentPlane instead of the provider directly. AgentPlane authenticates, authorises, inspects, injects the upstream key, forwards the call, and returns the response.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5168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5168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55368" y="23317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1400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A3878"/>
          </a:solidFill>
          <a:ln/>
        </p:spPr>
      </p:sp>
      <p:sp>
        <p:nvSpPr>
          <p:cNvPr id="10" name="Text 8"/>
          <p:cNvSpPr/>
          <p:nvPr/>
        </p:nvSpPr>
        <p:spPr>
          <a:xfrm>
            <a:off x="2511400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(RBAC)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1600" y="23317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7632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67632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67832" y="23317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3864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A3878"/>
          </a:solidFill>
          <a:ln/>
        </p:spPr>
      </p:sp>
      <p:sp>
        <p:nvSpPr>
          <p:cNvPr id="16" name="Text 14"/>
          <p:cNvSpPr/>
          <p:nvPr/>
        </p:nvSpPr>
        <p:spPr>
          <a:xfrm>
            <a:off x="6223864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forward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24064" y="23317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80096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080096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80296" y="23317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36328" y="2331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A3878"/>
          </a:solidFill>
          <a:ln/>
        </p:spPr>
      </p:sp>
      <p:sp>
        <p:nvSpPr>
          <p:cNvPr id="22" name="Text 20"/>
          <p:cNvSpPr/>
          <p:nvPr/>
        </p:nvSpPr>
        <p:spPr>
          <a:xfrm>
            <a:off x="9936328" y="2331720"/>
            <a:ext cx="1600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resolve to users; a deny-by-default RBAC layer decides whether the principal may act.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22978" y="361188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22978" y="3913632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keys load through a pluggable store (env, file, Vault, AWS, Azure) — never in application code.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43037" y="361188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43037" y="3913632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input/output inspection across 10 providers with 4 actions: detect, warn, redact, block.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029200"/>
            <a:ext cx="11185855" cy="777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292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Scope delivered (V0):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auth + PostgreSQL + RBAC + pluggable secret backends + guardrails + observability + operations console.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plane, application core, config/secrets, and observability stay in separate packages.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40534" y="1682496"/>
            <a:ext cx="7310628" cy="4910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</p:spPr>
      </p:sp>
      <p:pic>
        <p:nvPicPr>
          <p:cNvPr id="6" name="Image 0" descr="/home/claude/assets/architectur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398" y="1737360"/>
            <a:ext cx="72009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through the gateway — and what each failure produces.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2016" y="1783080"/>
            <a:ext cx="2606040" cy="1920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6608" y="1947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660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608" y="240487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6608" y="271576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the request with Authorization: Bearer ap_live_…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9224" y="1783080"/>
            <a:ext cx="2606040" cy="1920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3816" y="1947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53816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3816" y="240487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3816" y="271576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secret with the server pepper, resolve a user; failure → 401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6432" y="1783080"/>
            <a:ext cx="2606040" cy="1920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1024" y="1947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61024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1024" y="240487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policy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1024" y="271576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Require(“chat:invoke”) runs before the body is read; deny → 403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3640" y="1783080"/>
            <a:ext cx="2606040" cy="1920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68232" y="1947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68232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68232" y="240487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68232" y="271576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error (DB down) → 503 — never a silent allow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2016" y="39776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608" y="4142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660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6608" y="459943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input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6608" y="49103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JSON, run input guardrails, authorise model:&lt;name&gt;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9224" y="39776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3816" y="4142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55381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53816" y="459943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53816" y="49103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upstream key from the secret store, attach it, forward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6432" y="39776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1024" y="4142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61024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61024" y="459943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61024" y="49103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response; findings + metrics emitted to the event bus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03640" y="39776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68232" y="4142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16823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68232" y="4599432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+ record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68232" y="49103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model, tokens, cost recorded as an event (ClickHouse trace)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implemented in the feat_rbac branch.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73152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6420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664208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 with per-user attribution and revocation. Deny-by-default RBAC engine: roles → permissions → users, with prefix wildcards (model:*), an admin REST API and an Access Control UI.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73152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5968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2596896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backends — env, file, chain, Vault (AppRole), AWS Secrets Manager, Azure Key Vault — behind one interface, with automatic AppRole token renewal.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557016"/>
            <a:ext cx="73152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52958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52958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 inspection pipeline across 10 provider integrations, four actions (detect / warn / redact / block), streaming-aware buffering.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489704"/>
            <a:ext cx="73152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44622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4462272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bus, capture decisions with secret hashing, ClickHouse traces and events, per-user usage and cost analytics.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422392"/>
            <a:ext cx="73152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539496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539496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control plane grouped into Run, Safety, Observe and Admin — keys, roles, guardrails, usage and live events.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design — concepts and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sitting alongside the content-guardrail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45738" cy="14173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1051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authenticated users.User, resolved by API-key auth. Roles attach to the user, so every key they hold shares the same permissions.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2978" y="1691640"/>
            <a:ext cx="3545738" cy="14173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5858" y="181051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05858" y="212140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 of permissions (roles + role_permissions). Users receive one or more roles through user_roles.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43037" y="1691640"/>
            <a:ext cx="3545738" cy="14173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5917" y="1810512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5917" y="212140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opaque “resource:action” string — chat:invoke, model:gpt-4o, model:*, admin:*, *.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 — policy.Match(granted, requested)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“*” matches everything (superuser)  ·  an exact string matches only itself  ·  a trailing “:*” is a prefix wildcard: 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model:*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model:gpt-4o, model:gpt-4o-mini, 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8585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98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791456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with no role assignment is permitted nothing. The migration seeds admin and member roles but deliberately assigns them to nobody — access must be an explicit, auditable grant.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is a permission, not a separate allowlist — one uniform matcher handles both endpoints and resources.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&amp;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pipeline stages, each behind one interface.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1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one interface, five backends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671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4825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3288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241401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77977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644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314553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(AppRole)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51129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959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3877056"/>
            <a:ext cx="519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389120"/>
            <a:ext cx="541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ask config.OpenAIKey() and never know which backend serves the secret — no key material lives in application code.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8728" y="1691640"/>
            <a:ext cx="541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input &amp; output inspection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8728" y="2048256"/>
            <a:ext cx="541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provider integrations covering PII, secrets, prompt-injection and content moderation — applied before the request leaves and before the response returns.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761488"/>
            <a:ext cx="1249642" cy="777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2834640"/>
            <a:ext cx="1249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24448" y="3090672"/>
            <a:ext cx="11582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finding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65530" y="2761488"/>
            <a:ext cx="1249642" cy="777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5530" y="2834640"/>
            <a:ext cx="1249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11250" y="3090672"/>
            <a:ext cx="11582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but flag 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52331" y="2761488"/>
            <a:ext cx="1249642" cy="777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331" y="2834640"/>
            <a:ext cx="1249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098051" y="3090672"/>
            <a:ext cx="11582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the content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39133" y="2761488"/>
            <a:ext cx="1249642" cy="7772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39133" y="2834640"/>
            <a:ext cx="1249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484853" y="3090672"/>
            <a:ext cx="11582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request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507492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RBAC share one pattern: a chain of independent providers producing a Decision. Identity policy and content policy stay separate packages.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the operations console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becomes an event; the console turns events into an operating view.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1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Event bus + SSE:  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210312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publishes events; GET /events streams them live to the console.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ClickHouse: 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31720" y="2724912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prompt_events, response_events, tool_call_events — for time-series analytics.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346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Usage &amp; cost: 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3346704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recorded per request, aggregated per user.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78728" y="1691640"/>
            <a:ext cx="541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2103120"/>
            <a:ext cx="2636444" cy="8412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1945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5888" y="2487168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Playground · Pipeline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331" y="2103120"/>
            <a:ext cx="2636444" cy="8412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491" y="219456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89491" y="2487168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(status &amp; config)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8728" y="3063240"/>
            <a:ext cx="2636444" cy="8412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315468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15888" y="3447288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· Usage · Analytics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52331" y="3063240"/>
            <a:ext cx="2636444" cy="8412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491" y="3154680"/>
            <a:ext cx="236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491" y="3447288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Vault · Access Control · Setup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50749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React components; sensitive payloads are hashed and compressed before storage, so observability is on by default without capturing raw content.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practices behind the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methods, boundaries, and defaults — not just working features.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per package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provider → only proxy changes. Change the HTTP framework → only handlers change. Change the config source → only config/secrets change.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1608" y="182880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61608" y="213055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package hides provider-specific knowledge behind a Provider interface (Name() + Forward()). Adding Anthropic, Gemini or Groq means adding a type, not editing handlers.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3756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abstraction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63931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access sits behind secrets.SecretStore; callers use config.&lt;X&gt;() and never depend on where the secret lives.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320040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333756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layers, one pattern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61608" y="363931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= content policy, policy = identity policy. Both are chains evaluated to a Decision, and both fail closed.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84632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security defaults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14807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· fail-closed on policy error · hash-only key storage with a server pepper · secrets never logged · admin surface behind a token.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470916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1608" y="4846320"/>
            <a:ext cx="504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engineering &amp; process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61608" y="5148072"/>
            <a:ext cx="504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 of the authenticated user · interface-driven boundaries · integration tests guarded by t.Skip · conventional commits per module with docs updated.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CLARITY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and trade-offs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built this way — every architectural choice, with its reasoning.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80136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policy package (not extending guardrail)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224028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content policy change for different reasons, so keeping them apart preserves single responsibility.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98184" y="180136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roles, not per-key scopes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8184" y="224028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already resolves a user, so roles need no schema change. Per-key scopes remain an additive extension.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31012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374904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should require an explicit grant: a missing assignment means no permissions, never an implicit allow.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320040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8184" y="331012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as a permission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8184" y="374904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model:gpt-4o and model:* go through the same matcher as chat:invoke — one uniform authorization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481888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closed, reported distinctly (503)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" y="525780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authorization outage must never read as permissive, and must not look like a policy violation either.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4709160"/>
            <a:ext cx="54864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818888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Hash-only key storage with a server pepper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8184" y="525780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database dump alone cannot forge keys; the plaintext is shown once at provisioning, never logged.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suite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test ./... — 10 packages ok, 0 failures on this branch.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9072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01952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40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passing / failing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964" y="1783080"/>
            <a:ext cx="259072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67964" y="1901952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9404" y="2560320"/>
            <a:ext cx="240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 in repository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3008" y="1783080"/>
            <a:ext cx="259072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33008" y="1901952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24448" y="2560320"/>
            <a:ext cx="240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functions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051" y="1783080"/>
            <a:ext cx="259072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051" y="1901952"/>
            <a:ext cx="2590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491" y="2560320"/>
            <a:ext cx="2407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(policy, RBAC, proxy, config)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RBAC carries 18 tests: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3447288"/>
            <a:ext cx="7985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 internal/policy, 8 in internal/policy/rbac — covering allow, deny, wildcard matching and fail-closed behaviour.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242816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056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Coverage on the right paths: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4105656"/>
            <a:ext cx="7985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coverage sits on the security-critical paths: authentication, RBAC matching/enforcement, proxy forwarding, configuration.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90118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640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Integration suites skip cleanly: 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4764024"/>
            <a:ext cx="7985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Postgres/Vault and skip (t.Skip) when absent — they run in the compose stack, so unit runs stay hermetic.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6235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newest and riskiest module — authorization — carries the most direct coverage relative to its size.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scale and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spread across every pipeline stage, not concentrated in one module.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Go by package (top 10)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92024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920240"/>
            <a:ext cx="3962095" cy="71323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993392"/>
            <a:ext cx="3687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+10,578 / −218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2322576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vs main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26680" y="2761488"/>
            <a:ext cx="3962095" cy="71323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2834640"/>
            <a:ext cx="3687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89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63840" y="3163824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/ files changed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26680" y="3602736"/>
            <a:ext cx="3962095" cy="71323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3675888"/>
            <a:ext cx="3687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12,418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400507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source lines, 18 pkgs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26680" y="4443984"/>
            <a:ext cx="3962095" cy="71323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4517136"/>
            <a:ext cx="3687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4,050 / 3,893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63840" y="484632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lines / web console lines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726680" y="5285232"/>
            <a:ext cx="3962095" cy="71323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5358384"/>
            <a:ext cx="3687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: 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863840" y="5687568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source ratio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auth, policy, guardrails, observability and the control plane all carry real weight — the branch is not one oversized module.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after: direct integration vs. AgentPlane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Direct-to-provider (before)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AgentPlane (this branch)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calling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bearer key with no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resolves to a user; roles attach to the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All-or-nothing — any key calls any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Deny-by-default RBAC; per-model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key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Copied into every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secret store: env / file / Vault / AWS /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inspection of prompts or responses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&amp; output guardrails — 10 providers, 4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of a new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application code in every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model:&lt;name&gt; — a permission change, not a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scoreboard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implemented and evidenced today, and what's explicitly deferred.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410048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authentication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1248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internal/auth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54100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(RBAC)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1248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internal/policy + rbac, admin API + UI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5410048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(in/out)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81248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internal/guardrail, 10 providers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54100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store &amp; key injection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81248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internal/secrets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5410048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proxy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81248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internal/proxy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251960"/>
            <a:ext cx="541004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51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2519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81248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bus, ClickHouse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4709160"/>
            <a:ext cx="5410048" cy="457200"/>
          </a:xfrm>
          <a:prstGeom prst="rect">
            <a:avLst/>
          </a:prstGeom>
          <a:solidFill>
            <a:srgbClr val="EEF2FB"/>
          </a:solidFill>
          <a:ln w="6350">
            <a:solidFill>
              <a:srgbClr val="DD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09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709160"/>
            <a:ext cx="2666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UI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81248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 — 15 components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8728" y="164592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done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78728" y="1965960"/>
            <a:ext cx="54100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8456" y="19659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17640" y="2039112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quotas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17640" y="2313432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until authorization was stable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8728" y="2715768"/>
            <a:ext cx="54100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456" y="27157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7640" y="27889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17640" y="306324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layer exists; retention policy pending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78728" y="3465576"/>
            <a:ext cx="54100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456" y="3465576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17640" y="353872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routing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17640" y="381304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OpenAI-compatible adapter is written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78728" y="4215384"/>
            <a:ext cx="541004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456" y="4215384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17640" y="428853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SSE streaming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17640" y="456285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stream is coalesced today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gaps explicitly keeps the implemented claims credible — each gap already has a defined insertion point in the layered design.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rationale: hardening first, then throughput and provider reach.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17556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admin:* on control-plane endpoints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" y="20756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static admin token and closes the loop on the permission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243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25968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Per-API-key scopes on top of user-level roles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29169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baseline with optional per-key restrictions.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343814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policies behind EnforcementPoint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1288" y="37581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quotas, attribute-based rules — added without touching callers.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3068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4279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caching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" y="45994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one database round-trip per request; permissions currently load per evaluation.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1480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148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1288" y="51206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expansion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" y="5440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Gemini, Groq and Ollama adapters against the existing Provider interface.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CLARITY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panel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answers for the questions most likely to come 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1965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authorization checks?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20370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chat:invoke check rejects before the body is read; model:&lt;name&gt; must come after validation since it's request data. Both use one EnforcementPoint.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3320" y="181965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27368" y="178308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policy engine or DB is down?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3320" y="220370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closed — 503 policy_unavailable. An authorization outage never becomes an implicit allow.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41004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32841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users lose access after this upgrade — safe?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71246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Deliberate: admin and member are seeded but assigned to nobody. Granting member restores access in one documented call.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8728" y="3200400"/>
            <a:ext cx="541004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3320" y="332841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27368" y="329184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key be recovered from the database?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3320" y="371246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Only SHA-256(secret + pepper) is stored; the plaintext is returned once, at provisioning.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83717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80060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rate limiting yet?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522122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after authorization hardening. EnforcementPoint already accepts additional policies without changing callers.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78728" y="4709160"/>
            <a:ext cx="5410048" cy="13258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3320" y="4837176"/>
            <a:ext cx="292608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27368" y="4800600"/>
            <a:ext cx="467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correctness demonstrated?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3320" y="5221224"/>
            <a:ext cx="508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test ./... — 10 packages ok, 0 failures, 287 test functions; integration suites skip cleanly without Postgres/Vault.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show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visible pass/fail — the most persuasive evidence for implementation and results.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6588" y="1783080"/>
            <a:ext cx="3520440" cy="19659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468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694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9468" y="24414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9468" y="27706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Postgres, ClickHouse, Vault and the mock provider come up; migrations apply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5628" y="1783080"/>
            <a:ext cx="3520440" cy="19659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8508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185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8508" y="24414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user + mint a key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18508" y="27706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admin token — the key is returned once, hash-only stored.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4668" y="1783080"/>
            <a:ext cx="3520440" cy="196596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7548" y="1965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675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7548" y="24414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with no role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7548" y="27706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policy_denied — deny-by-default visible in one call.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6588" y="40233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468" y="4206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6946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468" y="4681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member role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9468" y="50109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Access Control UI — the same request now succeeds.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5628" y="40233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8508" y="4206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1850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18508" y="4681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a gpt4o-only role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18508" y="50109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for another model is denied, proving per-model authorization.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84668" y="402336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7548" y="4206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67548" y="4681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guardrail, then revoke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67548" y="50109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PII/credential → detect/redact/block; revoke the key → subsequent calls return 401.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AgentPlane — a working AI gateway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deny-by-default RBAC authorization, secret-store abstraction, a guardrail pipeline, observability, and a control-plane console.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7627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feat_rbac delivered authorization end to end — schema, engine, enforcement middleware, admin API and UI — plus a Vault AppRole token-renewal fix with regression tests.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5351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evidenced, not asserted: 10/10 packages passing, 0 failures, 287 test functions and an end-to-end suite that skips cleanly without external services.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73075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8 commits and 89 files on this branch (+10,578 lines); 12,418 lines of Go across 18 packages; a 3,893-line web console.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50799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480560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scope is named honestly — rate limiting, audit logging, multi-provider routing, client-side streaming — each with a defined insertion point.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943600"/>
            <a:ext cx="11185855" cy="0"/>
          </a:xfrm>
          <a:prstGeom prst="line">
            <a:avLst/>
          </a:prstGeom>
          <a:noFill/>
          <a:ln w="12700">
            <a:solidFill>
              <a:srgbClr val="3A47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— the API-key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is minted once, stored hashed, verified on every call, and revocable at any time.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659304" cy="17830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54864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1920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97864" y="1920240"/>
            <a:ext cx="179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" y="2395728"/>
            <a:ext cx="2220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api.GenerateAPIKey builds ap_live_&lt;key_id&gt;_&lt;secret&gt; — 8 random bytes for the public key_id, 32 for the secret.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45104" y="1737360"/>
            <a:ext cx="2659304" cy="17830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5104" y="1737360"/>
            <a:ext cx="54864" cy="1783080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6272" y="1920240"/>
            <a:ext cx="384048" cy="384048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16" name="Text 14"/>
          <p:cNvSpPr/>
          <p:nvPr/>
        </p:nvSpPr>
        <p:spPr>
          <a:xfrm>
            <a:off x="354627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40048" y="1920240"/>
            <a:ext cx="179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4560" y="2395728"/>
            <a:ext cx="2220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key_id and SHA-256(secret + API_KEY_PEPPER) reach the database. The plaintext key is returned exactly once.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737360"/>
            <a:ext cx="2659304" cy="17830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1737360"/>
            <a:ext cx="54864" cy="1783080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8456" y="1920240"/>
            <a:ext cx="384048" cy="384048"/>
          </a:xfrm>
          <a:prstGeom prst="ellipse">
            <a:avLst/>
          </a:prstGeom>
          <a:solidFill>
            <a:srgbClr val="1E7A3E"/>
          </a:solidFill>
          <a:ln/>
        </p:spPr>
      </p:sp>
      <p:sp>
        <p:nvSpPr>
          <p:cNvPr id="22" name="Text 20"/>
          <p:cNvSpPr/>
          <p:nvPr/>
        </p:nvSpPr>
        <p:spPr>
          <a:xfrm>
            <a:off x="63884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2232" y="1920240"/>
            <a:ext cx="179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6744" y="2395728"/>
            <a:ext cx="2220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presented secret is re-hashed and compared to the stored hash in constant time on every request.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29471" y="1737360"/>
            <a:ext cx="2659304" cy="178308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9471" y="1737360"/>
            <a:ext cx="54864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0639" y="1920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230639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24415" y="1920240"/>
            <a:ext cx="179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48927" y="2395728"/>
            <a:ext cx="2220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/admin/api-keys/revoke by key_id. Last-used timestamps expose dormant or suspicious keys.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11185855" cy="2331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" y="3895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ANATOMY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" y="41879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ap_live_&lt;key_id&gt;_&lt;secret&gt;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77240" y="4626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6268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random bytes, base64url — public; used only for database lookup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910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37360" y="491032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random bytes (256 bits of entropy) — private; never stored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193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51937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SHA-256(secret + API_KEY_PEPPER), hex — the pepper lives in the secret store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5532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database dump alone cannot forge keys — the pepper is not stored alongside the hash.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— request-time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&lt;api-key&gt; — every check runs before a request reaches the handlers.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order  —  auth.Authenticator.Authenticate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48256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22037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8136" y="20756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84248" y="20756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ap_live_&lt;key_id&gt;_&lt;secret&gt;; reject on bad prefix or length.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61488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61488"/>
            <a:ext cx="54864" cy="621792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" y="2916936"/>
            <a:ext cx="310896" cy="310896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8136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84248" y="27889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FindCredential(key_id) — the public id, never the secret.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74720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" y="36301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8136" y="35021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984248" y="350215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must be active, not revoked, and not expired.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187952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187952"/>
            <a:ext cx="54864" cy="621792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43400"/>
            <a:ext cx="310896" cy="310896"/>
          </a:xfrm>
          <a:prstGeom prst="ellipse">
            <a:avLst/>
          </a:prstGeom>
          <a:solidFill>
            <a:srgbClr val="1E7A3E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88136" y="42153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984248" y="421538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hashSecret(secret, pepper) vs stored hash, constant time.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901184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901184"/>
            <a:ext cx="54864" cy="621792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" y="5056632"/>
            <a:ext cx="310896" cy="310896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" y="49286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984248" y="492861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GetUserByID; the user must themselves be active.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614416"/>
            <a:ext cx="58064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614416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512" y="57698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88136" y="56418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984248" y="564184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MarkKeyUsed updates last-used, then the user is attached to context.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semantics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583680" y="2048256"/>
            <a:ext cx="5105095" cy="104241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176272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84848" y="2468880"/>
            <a:ext cx="4702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 failure returns a single 401 "invalid API key" — inactive, revoked and expired keys are not distinguished to the caller.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0" y="3182112"/>
            <a:ext cx="5105095" cy="104241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84848" y="3310128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84848" y="3602736"/>
            <a:ext cx="4702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malformed Authorization header is rejected before the key is even parsed.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4315968"/>
            <a:ext cx="5105095" cy="104241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4443984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leak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84848" y="4736592"/>
            <a:ext cx="4702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middleware never reveals whether a key_id exists, only that the presented credential is invalid.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5468112"/>
            <a:ext cx="5105095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6784848" y="5504688"/>
            <a:ext cx="4702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success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resolved user is stored in the request context and read by auth.UserFromContext — this is the identity that authorization evaluates next.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PROVISIONING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provisioning — user, key and role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 call creates the identity, mints the credential, and (optionally) grants access.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576218" cy="21488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54864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19019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" y="2432304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user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" y="2798064"/>
            <a:ext cx="31373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users.Store.CreateUser — username required, email optional. Returns the user_id used everywhere else.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7738" y="1737360"/>
            <a:ext cx="3576218" cy="21488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1737360"/>
            <a:ext cx="54864" cy="2148840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08906" y="1901952"/>
            <a:ext cx="420624" cy="420624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16" name="Text 14"/>
          <p:cNvSpPr/>
          <p:nvPr/>
        </p:nvSpPr>
        <p:spPr>
          <a:xfrm>
            <a:off x="4508906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7194" y="2432304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the key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7194" y="2798064"/>
            <a:ext cx="31373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api.GenerateAPIKey then api.Store.CreateAPIKey. The response carries {user_id, key_id, api_key} — api_key once.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2557" y="1737360"/>
            <a:ext cx="3576218" cy="21488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2557" y="1737360"/>
            <a:ext cx="54864" cy="2148840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3725" y="1901952"/>
            <a:ext cx="420624" cy="420624"/>
          </a:xfrm>
          <a:prstGeom prst="ellipse">
            <a:avLst/>
          </a:prstGeom>
          <a:solidFill>
            <a:srgbClr val="1E7A3E"/>
          </a:solidFill>
          <a:ln/>
        </p:spPr>
      </p:sp>
      <p:sp>
        <p:nvSpPr>
          <p:cNvPr id="22" name="Text 20"/>
          <p:cNvSpPr/>
          <p:nvPr/>
        </p:nvSpPr>
        <p:spPr>
          <a:xfrm>
            <a:off x="8313725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32013" y="2432304"/>
            <a:ext cx="3137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2013" y="2798064"/>
            <a:ext cx="31373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then calls POST /admin/users/{id}/roles. Access is deny-by-default, so a fresh user is permitted nothing until a role is granted.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11185855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2062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/provision/user      Authorization: Bearer &lt;ADMIN_TOKEN&gt;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" y="45171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201  { "user_id": "…", "key_id": "…", "api_key": "ap_live_…" 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" y="4901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" y="515721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are sequential, not transactional — if key persistence fails the user is kept and returned so the caller can retry key creation instead of creating a duplicate. A key_id collision is retried up to three times (api.ErrDuplicateKeyID).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PROVISIONING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provisioning — the admin control plane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administrative action is a REST endpoint behind one shared admin token.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keys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66544"/>
            <a:ext cx="54864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121408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2331720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/provision/user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55117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 and mint their first key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26080"/>
            <a:ext cx="54864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980944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3191256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/admin/api-keys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3410712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keys with owner, status and last-used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85616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85616"/>
            <a:ext cx="54864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840480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4050792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/admin/api-keys/revoke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" y="4270248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 key by key_id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645152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645152"/>
            <a:ext cx="54864" cy="7680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700016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4910328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/admin/secrets/provider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512978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 upstream provider secret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3008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users &amp; analytics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33008" y="2066544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3008" y="2066544"/>
            <a:ext cx="54864" cy="768096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31" name="Text 29"/>
          <p:cNvSpPr/>
          <p:nvPr/>
        </p:nvSpPr>
        <p:spPr>
          <a:xfrm>
            <a:off x="6434176" y="2121408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34176" y="2331720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/admin/roles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4176" y="255117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 create roles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3008" y="2926080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3008" y="2926080"/>
            <a:ext cx="54864" cy="768096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36" name="Text 34"/>
          <p:cNvSpPr/>
          <p:nvPr/>
        </p:nvSpPr>
        <p:spPr>
          <a:xfrm>
            <a:off x="6434176" y="2980944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POST/DELETE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34176" y="3191256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/admin/roles/{name}/permissions[/{permission}]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34176" y="3410712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a role permission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3008" y="3785616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3008" y="3785616"/>
            <a:ext cx="54864" cy="768096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41" name="Text 39"/>
          <p:cNvSpPr/>
          <p:nvPr/>
        </p:nvSpPr>
        <p:spPr>
          <a:xfrm>
            <a:off x="6434176" y="3840480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GET/POST/DELETE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34176" y="4050792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/admin/users/{id}/roles[/{role}]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34176" y="4270248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assign or revoke a user's roles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33008" y="4645152"/>
            <a:ext cx="5455768" cy="768096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4645152"/>
            <a:ext cx="54864" cy="768096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46" name="Text 44"/>
          <p:cNvSpPr/>
          <p:nvPr/>
        </p:nvSpPr>
        <p:spPr>
          <a:xfrm>
            <a:off x="6434176" y="4700016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34176" y="4910328"/>
            <a:ext cx="505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/admin/analytics/users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34176" y="512978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usage and cost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5541264"/>
            <a:ext cx="11185855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596128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All of the above share auth.AdminMiddleware —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Authorization: Bearer &lt;AGENTPLANE_ADMIN_TOKEN&gt;, compared in constant time.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deliberately separate from API-key auth: a normal gateway key cannot revoke another key.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— enforcement &amp; failure semantics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EnforcementPoint, two checks, and three outcomes that never blur together.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on /chat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527048" cy="512064"/>
          </a:xfrm>
          <a:prstGeom prst="roundRect">
            <a:avLst>
              <a:gd name="adj" fmla="val 10714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11680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middleware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9968" y="2011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04288" y="2011680"/>
            <a:ext cx="202631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304288" y="2011680"/>
            <a:ext cx="2026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Require("chat:invoke")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30598" y="2011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4918" y="2011680"/>
            <a:ext cx="1384402" cy="512064"/>
          </a:xfrm>
          <a:prstGeom prst="roundRect">
            <a:avLst>
              <a:gd name="adj" fmla="val 10714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/>
          <p:nvPr/>
        </p:nvSpPr>
        <p:spPr>
          <a:xfrm>
            <a:off x="4604918" y="2011680"/>
            <a:ext cx="13844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handlers.Chat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011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202631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011680"/>
            <a:ext cx="20263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 model:&lt;name&gt;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89950" y="2011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64270" y="2011680"/>
            <a:ext cx="813816" cy="512064"/>
          </a:xfrm>
          <a:prstGeom prst="roundRect">
            <a:avLst>
              <a:gd name="adj" fmla="val 10714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/>
          <p:nvPr/>
        </p:nvSpPr>
        <p:spPr>
          <a:xfrm>
            <a:off x="8564270" y="2011680"/>
            <a:ext cx="81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78086" y="20116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52406" y="2011680"/>
            <a:ext cx="1313078" cy="512064"/>
          </a:xfrm>
          <a:prstGeom prst="roundRect">
            <a:avLst>
              <a:gd name="adj" fmla="val 10714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406" y="2011680"/>
            <a:ext cx="13130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guard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788920"/>
            <a:ext cx="5455768" cy="14630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788920"/>
            <a:ext cx="54864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2907792"/>
            <a:ext cx="501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check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" y="3255264"/>
            <a:ext cx="501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Require("chat:invoke") runs as middleware on /chat before the body is read, so an unauthorised call is rejected without parsing a payload.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3008" y="2788920"/>
            <a:ext cx="5455768" cy="146304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3008" y="2788920"/>
            <a:ext cx="54864" cy="1463040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31" name="Text 29"/>
          <p:cNvSpPr/>
          <p:nvPr/>
        </p:nvSpPr>
        <p:spPr>
          <a:xfrm>
            <a:off x="6452464" y="2907792"/>
            <a:ext cx="501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check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52464" y="3255264"/>
            <a:ext cx="501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handlers.Chat authorises model:&lt;name&gt; after JSON validation, because the model name is request data. It reuses policy.WriteDenied so the response shape is identical.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434840"/>
            <a:ext cx="3576218" cy="9601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434840"/>
            <a:ext cx="54864" cy="960120"/>
          </a:xfrm>
          <a:prstGeom prst="rect">
            <a:avLst/>
          </a:prstGeom>
          <a:solidFill>
            <a:srgbClr val="5B6072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535424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" y="4828032"/>
            <a:ext cx="31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authenticated user in context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07738" y="4434840"/>
            <a:ext cx="3576218" cy="9601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7738" y="4434840"/>
            <a:ext cx="54864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508906" y="4535424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  policy_denied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08906" y="4828032"/>
            <a:ext cx="31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deny from the policy chain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12557" y="4434840"/>
            <a:ext cx="3576218" cy="9601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2557" y="4434840"/>
            <a:ext cx="54864" cy="960120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43" name="Text 41"/>
          <p:cNvSpPr/>
          <p:nvPr/>
        </p:nvSpPr>
        <p:spPr>
          <a:xfrm>
            <a:off x="8313725" y="4535424"/>
            <a:ext cx="3173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503  policy_unavailable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313725" y="4828032"/>
            <a:ext cx="3173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engine could not be evaluated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55321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policy to deny wins; a policy error is treated as a denial and surfaced distinctly, so an authorization outage fails closed without masquerading as a policy violation.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— the RBAC engine &amp; data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grant permissions; the engine matches them; deny-by-default does the rest.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 —  policy.Policy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5806440" cy="411480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23113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2311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96696" y="2212848"/>
            <a:ext cx="5093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rbac.Engine implements policy.Policy; the EnforcementPoint runs it like any other policy.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" y="29443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94436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6696" y="2926080"/>
            <a:ext cx="5093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rejects a nil user or empty permission, then calls LoadPermissions(userID) to read the effective set from roles.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" y="365760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36576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6696" y="3639312"/>
            <a:ext cx="5093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MatchAny(granted, requested) decides: allow if any granted permission matches, otherwise deny.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" y="437083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370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6696" y="4352544"/>
            <a:ext cx="5093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with no roles has no permissions and is therefore denied everything.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" y="5084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358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5358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everything (superuser)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632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chat:invoke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77440" y="5632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only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907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model:*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77440" y="5907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wildcard — any model:&lt;name&gt;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000003  —  three tables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2066544"/>
            <a:ext cx="5105095" cy="74980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066544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2148840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84848" y="2432304"/>
            <a:ext cx="4702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UNIQUE · description · created_at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907792"/>
            <a:ext cx="5105095" cy="74980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907792"/>
            <a:ext cx="54864" cy="749808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35" name="Text 33"/>
          <p:cNvSpPr/>
          <p:nvPr/>
        </p:nvSpPr>
        <p:spPr>
          <a:xfrm>
            <a:off x="6784848" y="2990088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role_permissions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3273552"/>
            <a:ext cx="4702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role_id FK → roles · permission · PK(role_id, permission)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3749040"/>
            <a:ext cx="5105095" cy="74980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3749040"/>
            <a:ext cx="54864" cy="749808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39" name="Text 37"/>
          <p:cNvSpPr/>
          <p:nvPr/>
        </p:nvSpPr>
        <p:spPr>
          <a:xfrm>
            <a:off x="6784848" y="3831336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84848" y="4114800"/>
            <a:ext cx="4702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FK → users · role_id FK → roles · PK(user_id, role_id)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4608576"/>
            <a:ext cx="5105095" cy="15727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803136" y="4718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ROLES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03136" y="4992624"/>
            <a:ext cx="4666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→ *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→ chat:invoke, model:*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03136" y="5303520"/>
            <a:ext cx="46661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idempotently but assigned to nobody — a user must be granted a role before they can call the gateway.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— the event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a request publishes an event; the console subscribes to them live.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that publish an Event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6492240" cy="393192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8600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request_received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5872" y="228600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5872" y="228600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body_read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0224" y="228600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0224" y="228600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json_validated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2706624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06624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loading_api_key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85872" y="2706624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2785872" y="2706624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0224" y="2706624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0224" y="2706624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setting_headers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3127248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27248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sending_request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85872" y="3127248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24" name="Text 22"/>
          <p:cNvSpPr/>
          <p:nvPr/>
        </p:nvSpPr>
        <p:spPr>
          <a:xfrm>
            <a:off x="2785872" y="3127248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waiting_response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0224" y="3127248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0224" y="3127248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reading_response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3547872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47872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validating_status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5872" y="3547872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30" name="Text 28"/>
          <p:cNvSpPr/>
          <p:nvPr/>
        </p:nvSpPr>
        <p:spPr>
          <a:xfrm>
            <a:off x="2785872" y="3547872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response_sent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0224" y="3547872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0224" y="3547872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guardrail_input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3968496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968496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guardrail_output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5872" y="3968496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36" name="Text 34"/>
          <p:cNvSpPr/>
          <p:nvPr/>
        </p:nvSpPr>
        <p:spPr>
          <a:xfrm>
            <a:off x="2785872" y="3968496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guardrail_blocked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0224" y="3968496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38" name="Text 36"/>
          <p:cNvSpPr/>
          <p:nvPr/>
        </p:nvSpPr>
        <p:spPr>
          <a:xfrm>
            <a:off x="4840224" y="3968496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guardrail_passed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" y="438912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38912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token_stream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85872" y="438912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42" name="Text 40"/>
          <p:cNvSpPr/>
          <p:nvPr/>
        </p:nvSpPr>
        <p:spPr>
          <a:xfrm>
            <a:off x="2785872" y="438912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0224" y="4389120"/>
            <a:ext cx="1926336" cy="329184"/>
          </a:xfrm>
          <a:prstGeom prst="roundRect">
            <a:avLst>
              <a:gd name="adj" fmla="val 16667"/>
            </a:avLst>
          </a:prstGeom>
          <a:solidFill>
            <a:srgbClr val="EEF2F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0224" y="4389120"/>
            <a:ext cx="1926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1520" y="5394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are typed constants on observability.Event; each carries status, duration, request_id and optional JSON data.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26948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&amp; SSE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69480" y="2066544"/>
            <a:ext cx="4419295" cy="91440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9480" y="2066544"/>
            <a:ext cx="54864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7470648" y="2157984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470648" y="2432304"/>
            <a:ext cx="40169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is non-blocking; subscribers receive events filtered by request_id.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69480" y="3054096"/>
            <a:ext cx="4419295" cy="91440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3054096"/>
            <a:ext cx="54864" cy="914400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53" name="Text 51"/>
          <p:cNvSpPr/>
          <p:nvPr/>
        </p:nvSpPr>
        <p:spPr>
          <a:xfrm>
            <a:off x="7470648" y="3145536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470648" y="3419856"/>
            <a:ext cx="40169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200-event ring buffer is replayed to a subscriber the moment it connects.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269480" y="4041648"/>
            <a:ext cx="4419295" cy="91440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69480" y="4041648"/>
            <a:ext cx="54864" cy="914400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57" name="Text 55"/>
          <p:cNvSpPr/>
          <p:nvPr/>
        </p:nvSpPr>
        <p:spPr>
          <a:xfrm>
            <a:off x="7470648" y="4133088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470648" y="4407408"/>
            <a:ext cx="40169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with a 15-second heartbeat; the console Event Log renders it live.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69480" y="5029200"/>
            <a:ext cx="4419295" cy="914400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69480" y="5029200"/>
            <a:ext cx="54864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7470648" y="5120640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470648" y="5394960"/>
            <a:ext cx="40169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/events?request_id=… narrows the stream to a single request for debugging.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— capture, storage &amp;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be recorded is decided explicitly; what is recorded is compressed, hashed and time-boxed.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AgentPlane  ·  Review 2  ·  RBAC / Identity-Based Access Control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1632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modes  —  per prompt and response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55778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66544"/>
            <a:ext cx="54864" cy="621792"/>
          </a:xfrm>
          <a:prstGeom prst="rect">
            <a:avLst/>
          </a:prstGeom>
          <a:solidFill>
            <a:srgbClr val="5B6072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0939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03120" y="20939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recorded.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79776"/>
            <a:ext cx="55778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79776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28072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2807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stored, ZSTD-compressed.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55778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493008"/>
            <a:ext cx="54864" cy="621792"/>
          </a:xfrm>
          <a:prstGeom prst="rect">
            <a:avLst/>
          </a:prstGeom>
          <a:solidFill>
            <a:srgbClr val="2A3878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35204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3120" y="3520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SHA-256(payload) seed.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206240"/>
            <a:ext cx="5577840" cy="621792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206240"/>
            <a:ext cx="54864" cy="621792"/>
          </a:xfrm>
          <a:prstGeom prst="rect">
            <a:avLst/>
          </a:prstGeom>
          <a:solidFill>
            <a:srgbClr val="1E7A3E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42336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hash_only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03120" y="42336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payload — only a hash is recorded.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with OBSERVE_PROMPT_MODE, OBSERVE_RESPONSE_MODE and OBSERVE_SAMPLE_RATE. Sampling is seeded from the payload hash so the same request is always decided the same way.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store  —  MergeTree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55080" y="2066544"/>
            <a:ext cx="5333695" cy="3840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66544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91495" y="2066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365d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542032"/>
            <a:ext cx="5333695" cy="3840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542032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prompt_events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91495" y="25420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30d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3017520"/>
            <a:ext cx="5333695" cy="3840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017520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response_events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591495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30d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3493008"/>
            <a:ext cx="5333695" cy="3840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493008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tool_call_events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91495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30d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3968496"/>
            <a:ext cx="5333695" cy="384048"/>
          </a:xfrm>
          <a:prstGeom prst="rect">
            <a:avLst/>
          </a:prstGeom>
          <a:solidFill>
            <a:srgbClr val="EEF2FB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144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guardrail_events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91495" y="39684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60d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4480560"/>
            <a:ext cx="5333695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556248" y="4590288"/>
            <a:ext cx="4931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—  /admin/analytics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56248" y="4864608"/>
            <a:ext cx="49313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query types: traces_count · latency · token_usage · cost · top_models · provider_usage · guardrail_events · error_rate · tool_calls. Cost comes from a provider:model pricing table ($ / 1k tokens, PRICING_* override).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2026-09-16T05:29:12Z</dcterms:created>
  <dcterms:modified xsi:type="dcterms:W3CDTF">2026-09-16T05:29:12Z</dcterms:modified>
</cp:coreProperties>
</file>